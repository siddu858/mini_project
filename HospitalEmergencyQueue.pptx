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577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FULL-STACK HEALTHCARE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b="1" kern="0" spc="50" dirty="0">
                <a:solidFill>
                  <a:srgbClr val="FFFFFF"/>
                </a:solidFill>
              </a:rPr>
              <a:t>Hospital Emergency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50" dirty="0">
                <a:solidFill>
                  <a:srgbClr val="FFFFFF"/>
                </a:solidFill>
              </a:rPr>
              <a:t>Queue Management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FBF1"/>
                </a:solidFill>
              </a:rPr>
              <a:t>Priority-driven patient triage using a binary min-heap engine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CFBF1"/>
                </a:solidFill>
              </a:rPr>
              <a:t>with real-time notifications and live queue updates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60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530352" cy="53035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990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Manual Triage Gaps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709928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Paper-based or verbal queues lose track of critical cases, risking life-threatening delays for high-severity patients.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60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508760"/>
            <a:ext cx="530352" cy="53035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08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3990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FCFS Inefficiency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709928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First-come-first-served ignores clinical urgency. A minor injury should not block a cardiac emergency.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160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063240"/>
            <a:ext cx="530352" cy="53035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9535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Real-Time Updates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264408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Patients and families have no visibility into wait times or status, causing anxiety and repeated staff interruptions.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160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063240"/>
            <a:ext cx="530352" cy="53035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632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29535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Dynamic Severity Shifts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264408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Patient conditions change mid-wait. Static queues cannot re-rank patients when severity escalates or improves.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Methodology &amp;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04088" y="1645920"/>
            <a:ext cx="0" cy="32004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42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</a:rPr>
              <a:t>Priority Queue Engine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131673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Binary min-heap sorts by ESI level (1=critical) then FIFO for equal severity — O(log n) enqueue/dequeue.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2606040"/>
            <a:ext cx="0" cy="32004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002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</a:rPr>
              <a:t>REST API (Express)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" y="22768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POST /patients · GET /queue · POST /:id/reevaluate · POST /doctors/:id/call-next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" y="3566160"/>
            <a:ext cx="0" cy="32004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</a:rPr>
              <a:t>Real-Time (Socket.io)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32369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Server broadcasts queue updates instantly; React dashboard reflects changes without polling.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922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</a:rPr>
              <a:t>SMS Notifications (Twilio)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" y="41970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Patients receive registration confirmation and call-in alerts via SMS; console fallback in dev.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9496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Emergency Severity Index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1298448"/>
            <a:ext cx="1143000" cy="475488"/>
          </a:xfrm>
          <a:prstGeom prst="rect">
            <a:avLst/>
          </a:prstGeom>
          <a:solidFill>
            <a:srgbClr val="0F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29844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Level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56248" y="1298448"/>
            <a:ext cx="1143000" cy="475488"/>
          </a:xfrm>
          <a:prstGeom prst="rect">
            <a:avLst/>
          </a:prstGeom>
          <a:solidFill>
            <a:srgbClr val="0F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129844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Label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17536" y="1298448"/>
            <a:ext cx="1143000" cy="475488"/>
          </a:xfrm>
          <a:prstGeom prst="rect">
            <a:avLst/>
          </a:prstGeom>
          <a:solidFill>
            <a:srgbClr val="0F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129844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Example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1801368"/>
            <a:ext cx="1143000" cy="475488"/>
          </a:xfrm>
          <a:prstGeom prst="rect">
            <a:avLst/>
          </a:prstGeom>
          <a:solidFill>
            <a:srgbClr val="7F1D1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1801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56248" y="1801368"/>
            <a:ext cx="1143000" cy="475488"/>
          </a:xfrm>
          <a:prstGeom prst="rect">
            <a:avLst/>
          </a:prstGeom>
          <a:solidFill>
            <a:srgbClr val="7F1D1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1801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</a:rPr>
              <a:t>Resuscitation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17536" y="1801368"/>
            <a:ext cx="1143000" cy="475488"/>
          </a:xfrm>
          <a:prstGeom prst="rect">
            <a:avLst/>
          </a:prstGeom>
          <a:solidFill>
            <a:srgbClr val="7F1D1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17536" y="1801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</a:rPr>
              <a:t>Cardiac arrest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94960" y="2304288"/>
            <a:ext cx="1143000" cy="475488"/>
          </a:xfrm>
          <a:prstGeom prst="rect">
            <a:avLst/>
          </a:prstGeom>
          <a:solidFill>
            <a:srgbClr val="7C2D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230428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</a:rPr>
              <a:t>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56248" y="2304288"/>
            <a:ext cx="1143000" cy="475488"/>
          </a:xfrm>
          <a:prstGeom prst="rect">
            <a:avLst/>
          </a:prstGeom>
          <a:solidFill>
            <a:srgbClr val="7C2D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56248" y="230428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</a:rPr>
              <a:t>Emergent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17536" y="2304288"/>
            <a:ext cx="1143000" cy="475488"/>
          </a:xfrm>
          <a:prstGeom prst="rect">
            <a:avLst/>
          </a:prstGeom>
          <a:solidFill>
            <a:srgbClr val="7C2D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17536" y="230428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D34D"/>
                </a:solidFill>
              </a:rPr>
              <a:t>Chest pain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94960" y="2807208"/>
            <a:ext cx="1143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280720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56248" y="2807208"/>
            <a:ext cx="1143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56248" y="280720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Urgent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17536" y="2807208"/>
            <a:ext cx="1143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17536" y="280720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High fever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94960" y="3310128"/>
            <a:ext cx="1143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0" y="331012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EFAC"/>
                </a:solidFill>
              </a:rPr>
              <a:t>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56248" y="3310128"/>
            <a:ext cx="1143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56248" y="331012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EFAC"/>
                </a:solidFill>
              </a:rPr>
              <a:t>Less Urgent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17536" y="3310128"/>
            <a:ext cx="1143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17536" y="331012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EFAC"/>
                </a:solidFill>
              </a:rPr>
              <a:t>Sprained ankle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94960" y="3813048"/>
            <a:ext cx="1143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0" y="381304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556248" y="3813048"/>
            <a:ext cx="1143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56248" y="381304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Non-Urgent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17536" y="3813048"/>
            <a:ext cx="1143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17536" y="381304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Medication refill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Results &amp;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057400" cy="128016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34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O(log 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8745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Queue operations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(enqueue / dequeue)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1143000"/>
            <a:ext cx="2057400" cy="128016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234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100%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8745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Priority ordering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accuracy in tests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2057400" cy="128016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234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0 ms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Polling delay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(Socket.io push)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1143000"/>
            <a:ext cx="2057400" cy="1280160"/>
          </a:xfrm>
          <a:prstGeom prst="roundRect">
            <a:avLst>
              <a:gd name="adj" fmla="val 857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234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</a:rPr>
              <a:t>ESI 1–5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12280" y="187452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Severity levels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supported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578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System Behaviour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Highest-severity patients always served first regardless of arrival time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Live re-evaluation endpoint adjusts queue position when condition changes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Backend test suite validates heap ordering with mocked event bus &amp; SMS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2578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Infrastructure &amp; Testing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8803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Twilio SMS integration confirmed functional; console fallback in dev logs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Vite + React frontend served at port 5173 with zero build errors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Extensible schema designed for PostgreSQL production deployment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45720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188720"/>
            <a:ext cx="2651760" cy="265176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This project demonstrates that a well-designed priority queue can fundamentally improve emergency department throughput. By ranking patients on clinical ESI severity before arrival order, the system ensures the most critical cases receive care first — a direct patient-safety benefit.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5852160" cy="713232"/>
          </a:xfrm>
          <a:prstGeom prst="roundRect">
            <a:avLst>
              <a:gd name="adj" fmla="val 12821"/>
            </a:avLst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328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</a:rPr>
              <a:t>Algorithm: 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28800" y="253288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Binary min-heap delivers logarithmic performance even at scale.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273552"/>
            <a:ext cx="5852160" cy="713232"/>
          </a:xfrm>
          <a:prstGeom prst="roundRect">
            <a:avLst>
              <a:gd name="adj" fmla="val 12821"/>
            </a:avLst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832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</a:rPr>
              <a:t>Real-Time UX: 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28800" y="3383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Socket.io eliminates refresh cycles; doctors see live queue state.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123944"/>
            <a:ext cx="5852160" cy="713232"/>
          </a:xfrm>
          <a:prstGeom prst="roundRect">
            <a:avLst>
              <a:gd name="adj" fmla="val 12821"/>
            </a:avLst>
          </a:prstGeom>
          <a:solidFill>
            <a:srgbClr val="0F29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336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</a:rPr>
              <a:t>Production Ready: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0" y="42336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PostgreSQL schema, Twilio SMS, and ENV-based config in place.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426</Words>
  <Application>Microsoft Office PowerPoint</Application>
  <PresentationFormat>On-screen Show (16:9)</PresentationFormat>
  <Paragraphs>84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Emergency Queue Management</dc:title>
  <dc:subject>PptxGenJS Presentation</dc:subject>
  <dc:creator>PptxGenJS</dc:creator>
  <cp:lastModifiedBy>Srinadh Reddy Kummitha</cp:lastModifiedBy>
  <cp:revision>2</cp:revision>
  <dcterms:created xsi:type="dcterms:W3CDTF">2026-06-22T06:03:02Z</dcterms:created>
  <dcterms:modified xsi:type="dcterms:W3CDTF">2026-06-24T15:25:58Z</dcterms:modified>
</cp:coreProperties>
</file>